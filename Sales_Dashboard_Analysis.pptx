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F1D2F-B759-4402-85A6-B4B6ADC370F2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65254-0C3B-4F3A-A1EE-86EE29C6EA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7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65254-0C3B-4F3A-A1EE-86EE29C6EA6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58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5E1C-E434-E275-9650-0B93C17F3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65AEA-CE9A-920D-6887-E073A6E30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62C64-298D-2411-30CD-D32D3A4E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88CA6-6A45-8CB2-7725-231751DB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3E6BF-1E33-8D99-3B12-15F9A84E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46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70C4-6B42-BE48-6E7E-D567FB60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6508-AE4A-052F-AE97-49AC6EAB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1DBD7-1E81-E9F8-715C-99090F39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1E4F9-C09C-13B0-9593-1A9E03CC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54F2A-A57F-AEC1-D192-93473565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2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3973-CF6B-866A-FE07-B9CC89F3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7C275-6C8A-7E6A-1D50-9573ED35D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F97A-C841-E0CA-6E7B-97F4B676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0B3AD-C519-0B59-96FC-B8D2CEFE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CA546-4BB8-B5E8-F841-A5A47A90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3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286C-1A8A-CEB8-A17D-9A4FD390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01E4B-863F-BC06-D786-BA14FBA1E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C8315-E765-65D8-73AD-9800D8F7D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53EC9-E64E-F44E-423C-AEE2E028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33577-4CCA-5771-76C3-A8CC99EE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A715D-21EF-E07A-FDD4-0B0E5C42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30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6BB8-5281-5BD6-1C86-714FB502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3A720-1298-DB90-17BF-120A2E1DD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9477B-0B01-E456-E7EA-1DC7FF69D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56360-5C0D-E1F0-D3DD-6D1FF5B71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B9AA0-5B01-5227-C1BE-622EE813C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D42AA-7F2F-A213-D6FD-CAB558A4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30C6D-0146-47D9-CDF5-92FC9FCE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DA028-64BA-FD89-A983-7EC4706A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89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CF8E-665A-78FC-A8E5-B280BD2F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3C5FD-3B30-CF3C-EEA7-F0B6F941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24AB1-1DCA-E37B-31C6-4D5C0C40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C7A67-45CA-7016-FA46-2498ED13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1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458EE-1910-B6BB-030D-C75087F3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5516A-DBEE-E60F-DD59-44967924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6AE68-1AE7-2957-EF82-AADA18D3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6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4DA9-A478-9180-7EBC-D8415197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F555-D701-EEB2-C6BC-CB115CF4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AF05F-953F-8476-33C2-F92823F02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F7067-EA08-6D03-0028-B6DFDFE9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B4951-6209-17B0-03CA-92D99FFF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521A2-1C96-61B9-7840-4CF0FFA9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3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326A-D40C-D63F-F4C1-982FF031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066B8-7CF4-BA57-1F10-17FDC3F1F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A687E-EFAC-9831-4C7E-8D508937C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C5879-F394-6F4D-B38C-682B3377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5935F-2502-FCAF-260A-F5D2900B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D4D6D-18C4-D728-7510-43CC031E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4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3E47-7FB3-A4F4-028A-11286CA8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60029-9E80-1179-32F6-5FA7895BD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99A54-6E5D-032E-E2A3-36FCC64A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BD9D5-7DDF-02EE-3BA2-3A0BB659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D9AF-CB13-8FE9-F94C-F7912AEE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9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1DF71-8AEA-ED40-1676-4D4BCD08D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FF006-08EF-96F9-23AA-40DC72B09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16C68-DAFB-7DDD-8DAA-49777B9C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82FDC-8F27-105A-F8B2-03A7E564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1A30-9883-A1A9-325D-FE684F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4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628F7-18D1-6293-D8E9-BD883B3C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69B1-97C2-B23A-243B-A81683ED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A8BF6-336F-2CF6-5622-FB116AB9E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50043-0029-46AB-BEFF-4091584BE8E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1599-C3CA-FB00-AA55-5A62CBB22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0DBA5-A5FE-B62E-D4F2-2FA8D6891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209E-32CA-4C68-BFB6-3428A7EDA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5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4516-0AB6-5207-3B74-1F8FEAED6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b="1" dirty="0"/>
              <a:t>Sales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B3EB5-553D-8C02-6EF6-A54B8B5C2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658" y="2717136"/>
            <a:ext cx="9144000" cy="1655762"/>
          </a:xfrm>
        </p:spPr>
        <p:txBody>
          <a:bodyPr>
            <a:noAutofit/>
          </a:bodyPr>
          <a:lstStyle/>
          <a:p>
            <a:r>
              <a:rPr lang="en-IN" dirty="0" err="1"/>
              <a:t>ApexPlanet</a:t>
            </a:r>
            <a:r>
              <a:rPr lang="en-IN" dirty="0"/>
              <a:t> Data Analytics Internship</a:t>
            </a:r>
          </a:p>
          <a:p>
            <a:endParaRPr lang="en-IN" dirty="0"/>
          </a:p>
          <a:p>
            <a:r>
              <a:rPr lang="en-IN" dirty="0"/>
              <a:t>Task 4</a:t>
            </a:r>
          </a:p>
          <a:p>
            <a:endParaRPr lang="en-IN" dirty="0"/>
          </a:p>
          <a:p>
            <a:r>
              <a:rPr lang="en-IN" dirty="0"/>
              <a:t>Data Storytelling &amp; Statistical Validation</a:t>
            </a:r>
          </a:p>
          <a:p>
            <a:endParaRPr lang="en-IN" dirty="0"/>
          </a:p>
          <a:p>
            <a:r>
              <a:rPr lang="en-IN" dirty="0"/>
              <a:t>Presented by</a:t>
            </a:r>
          </a:p>
          <a:p>
            <a:endParaRPr lang="en-IN" dirty="0"/>
          </a:p>
          <a:p>
            <a:r>
              <a:rPr lang="en-IN" dirty="0"/>
              <a:t>Pujitha Dadi</a:t>
            </a:r>
          </a:p>
        </p:txBody>
      </p:sp>
    </p:spTree>
    <p:extLst>
      <p:ext uri="{BB962C8B-B14F-4D97-AF65-F5344CB8AC3E}">
        <p14:creationId xmlns:p14="http://schemas.microsoft.com/office/powerpoint/2010/main" val="256852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8FF8-992B-19A1-D326-32BC4B76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Project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BA23E0-D35D-DA72-3039-06A4AFD78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711507"/>
              </p:ext>
            </p:extLst>
          </p:nvPr>
        </p:nvGraphicFramePr>
        <p:xfrm>
          <a:off x="1048366" y="1690688"/>
          <a:ext cx="10095268" cy="4534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268">
                  <a:extLst>
                    <a:ext uri="{9D8B030D-6E8A-4147-A177-3AD203B41FA5}">
                      <a16:colId xmlns:a16="http://schemas.microsoft.com/office/drawing/2014/main" val="3104464750"/>
                    </a:ext>
                  </a:extLst>
                </a:gridCol>
                <a:gridCol w="3662500">
                  <a:extLst>
                    <a:ext uri="{9D8B030D-6E8A-4147-A177-3AD203B41FA5}">
                      <a16:colId xmlns:a16="http://schemas.microsoft.com/office/drawing/2014/main" val="1401661438"/>
                    </a:ext>
                  </a:extLst>
                </a:gridCol>
                <a:gridCol w="3662500">
                  <a:extLst>
                    <a:ext uri="{9D8B030D-6E8A-4147-A177-3AD203B41FA5}">
                      <a16:colId xmlns:a16="http://schemas.microsoft.com/office/drawing/2014/main" val="1590908873"/>
                    </a:ext>
                  </a:extLst>
                </a:gridCol>
              </a:tblGrid>
              <a:tr h="3769788">
                <a:tc>
                  <a:txBody>
                    <a:bodyPr/>
                    <a:lstStyle/>
                    <a:p>
                      <a:r>
                        <a:rPr lang="en-US" sz="2400" dirty="0"/>
                        <a:t>Objective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Analyze sales data using Microsoft Power BI.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Build an interactive sales dashboard.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Generate business insights.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Dataset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Sales Dataset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1000 Records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10 Columns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Tools Used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Microsoft Excel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Microsoft Power BI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Dashboard Visuals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Total Sales Card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Sales by Category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Sales by City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Orders by Product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Orders by Gender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037441"/>
                  </a:ext>
                </a:extLst>
              </a:tr>
              <a:tr h="38221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681605"/>
                  </a:ext>
                </a:extLst>
              </a:tr>
              <a:tr h="38221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09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77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9CBB98-2FDC-1A93-41A9-8621D0F8BC5A}"/>
              </a:ext>
            </a:extLst>
          </p:cNvPr>
          <p:cNvSpPr txBox="1"/>
          <p:nvPr/>
        </p:nvSpPr>
        <p:spPr>
          <a:xfrm>
            <a:off x="4600334" y="353960"/>
            <a:ext cx="299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D1A13-42A2-784D-D549-D475F3996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938735"/>
            <a:ext cx="12012962" cy="4833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916FA-39C5-DDB7-307B-0FBF5AF1A624}"/>
              </a:ext>
            </a:extLst>
          </p:cNvPr>
          <p:cNvSpPr txBox="1"/>
          <p:nvPr/>
        </p:nvSpPr>
        <p:spPr>
          <a:xfrm>
            <a:off x="531315" y="5772352"/>
            <a:ext cx="11050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ligin"/>
              </a:rPr>
              <a:t>This dashboard provides an overview of sales performance using interactive Power BI visuals including Total Sales,</a:t>
            </a:r>
          </a:p>
          <a:p>
            <a:r>
              <a:rPr lang="en-IN" b="1" dirty="0">
                <a:latin typeface="Aligin"/>
              </a:rPr>
              <a:t> Category-wise Sales, City-wise Sales, Product Orders, and Gender-wise Orders.</a:t>
            </a:r>
          </a:p>
        </p:txBody>
      </p:sp>
    </p:spTree>
    <p:extLst>
      <p:ext uri="{BB962C8B-B14F-4D97-AF65-F5344CB8AC3E}">
        <p14:creationId xmlns:p14="http://schemas.microsoft.com/office/powerpoint/2010/main" val="332178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25AAE-4022-40F7-E416-658D8FED5BA2}"/>
              </a:ext>
            </a:extLst>
          </p:cNvPr>
          <p:cNvSpPr txBox="1"/>
          <p:nvPr/>
        </p:nvSpPr>
        <p:spPr>
          <a:xfrm>
            <a:off x="4308676" y="515602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Business Insights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271E8A-B835-B911-3B61-0BB77CC0E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269021"/>
              </p:ext>
            </p:extLst>
          </p:nvPr>
        </p:nvGraphicFramePr>
        <p:xfrm>
          <a:off x="659757" y="1610916"/>
          <a:ext cx="10776030" cy="4616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8015">
                  <a:extLst>
                    <a:ext uri="{9D8B030D-6E8A-4147-A177-3AD203B41FA5}">
                      <a16:colId xmlns:a16="http://schemas.microsoft.com/office/drawing/2014/main" val="2784435930"/>
                    </a:ext>
                  </a:extLst>
                </a:gridCol>
                <a:gridCol w="5388015">
                  <a:extLst>
                    <a:ext uri="{9D8B030D-6E8A-4147-A177-3AD203B41FA5}">
                      <a16:colId xmlns:a16="http://schemas.microsoft.com/office/drawing/2014/main" val="2710748581"/>
                    </a:ext>
                  </a:extLst>
                </a:gridCol>
              </a:tblGrid>
              <a:tr h="3265162">
                <a:tc>
                  <a:txBody>
                    <a:bodyPr/>
                    <a:lstStyle/>
                    <a:p>
                      <a:r>
                        <a:rPr lang="en-US" sz="2400" dirty="0"/>
                        <a:t>Key Findings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Total Sales: 139.40M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Electronics category generated the highest sales.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Patna recorded the highest sales among all cities.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Customer Insights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Mobile products received the highest number of orders.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Male and Female orders are almost equal.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The dashboard helps identify sales trends and customer behavior.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32582"/>
                  </a:ext>
                </a:extLst>
              </a:tr>
              <a:tr h="4503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684877"/>
                  </a:ext>
                </a:extLst>
              </a:tr>
              <a:tr h="4503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398556"/>
                  </a:ext>
                </a:extLst>
              </a:tr>
              <a:tr h="45036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8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95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BECB61-C13D-D8AA-1DDC-582B3CCB5EFE}"/>
              </a:ext>
            </a:extLst>
          </p:cNvPr>
          <p:cNvSpPr txBox="1"/>
          <p:nvPr/>
        </p:nvSpPr>
        <p:spPr>
          <a:xfrm>
            <a:off x="4262377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Hypothesis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C3FED-C1EB-5101-DD06-A98A0B3EF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07071"/>
              </p:ext>
            </p:extLst>
          </p:nvPr>
        </p:nvGraphicFramePr>
        <p:xfrm>
          <a:off x="671332" y="1020608"/>
          <a:ext cx="10822328" cy="484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650">
                  <a:extLst>
                    <a:ext uri="{9D8B030D-6E8A-4147-A177-3AD203B41FA5}">
                      <a16:colId xmlns:a16="http://schemas.microsoft.com/office/drawing/2014/main" val="3625253329"/>
                    </a:ext>
                  </a:extLst>
                </a:gridCol>
                <a:gridCol w="5499678">
                  <a:extLst>
                    <a:ext uri="{9D8B030D-6E8A-4147-A177-3AD203B41FA5}">
                      <a16:colId xmlns:a16="http://schemas.microsoft.com/office/drawing/2014/main" val="3492527850"/>
                    </a:ext>
                  </a:extLst>
                </a:gridCol>
              </a:tblGrid>
              <a:tr h="4045381">
                <a:tc>
                  <a:txBody>
                    <a:bodyPr/>
                    <a:lstStyle/>
                    <a:p>
                      <a:r>
                        <a:rPr lang="en-US" sz="2400" dirty="0"/>
                        <a:t>Business Hypothesis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H0 (Null Hypothesis)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There is no significant difference in Total Sales between Male and Female customers.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H1 (Alternative Hypothesis)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There is a significant difference in Total Sales between Male and Female customers.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Statistical Test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Test Used: Independent Sample T-Test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Confidence Level: 95%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</a:t>
                      </a:r>
                      <a:r>
                        <a:rPr lang="en-US"/>
                        <a:t>P-value: </a:t>
                      </a:r>
                      <a:r>
                        <a:rPr lang="en-IN" b="1"/>
                        <a:t>0.4950</a:t>
                      </a:r>
                      <a:endParaRPr lang="en-US" dirty="0"/>
                    </a:p>
                    <a:p>
                      <a:r>
                        <a:rPr lang="en-US" dirty="0"/>
                        <a:t>Conclusion</a:t>
                      </a:r>
                    </a:p>
                    <a:p>
                      <a:r>
                        <a:rPr lang="en-IN" dirty="0"/>
                        <a:t>Since p-value &gt; 0.05, we fail to reject the Null Hypothesis.</a:t>
                      </a:r>
                      <a:br>
                        <a:rPr lang="en-IN" dirty="0"/>
                      </a:br>
                      <a:br>
                        <a:rPr lang="en-IN" dirty="0"/>
                      </a:br>
                      <a:r>
                        <a:rPr lang="en-IN" dirty="0"/>
                        <a:t>Gender has no significant impact on Total Sales.</a:t>
                      </a:r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340736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415300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17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01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07B9D6-7A2D-046C-61FA-AE67D77FFFDD}"/>
              </a:ext>
            </a:extLst>
          </p:cNvPr>
          <p:cNvSpPr txBox="1"/>
          <p:nvPr/>
        </p:nvSpPr>
        <p:spPr>
          <a:xfrm>
            <a:off x="4736940" y="504027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Conclusion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2A844-A127-3E7B-8454-01F958881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44734"/>
              </p:ext>
            </p:extLst>
          </p:nvPr>
        </p:nvGraphicFramePr>
        <p:xfrm>
          <a:off x="719559" y="1237034"/>
          <a:ext cx="10752882" cy="498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6441">
                  <a:extLst>
                    <a:ext uri="{9D8B030D-6E8A-4147-A177-3AD203B41FA5}">
                      <a16:colId xmlns:a16="http://schemas.microsoft.com/office/drawing/2014/main" val="4151281620"/>
                    </a:ext>
                  </a:extLst>
                </a:gridCol>
                <a:gridCol w="5376441">
                  <a:extLst>
                    <a:ext uri="{9D8B030D-6E8A-4147-A177-3AD203B41FA5}">
                      <a16:colId xmlns:a16="http://schemas.microsoft.com/office/drawing/2014/main" val="3948561161"/>
                    </a:ext>
                  </a:extLst>
                </a:gridCol>
              </a:tblGrid>
              <a:tr h="425583">
                <a:tc>
                  <a:txBody>
                    <a:bodyPr/>
                    <a:lstStyle/>
                    <a:p>
                      <a:r>
                        <a:rPr lang="en-IN" sz="2400" dirty="0"/>
                        <a:t>Project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Business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36171"/>
                  </a:ext>
                </a:extLst>
              </a:tr>
              <a:tr h="3253089">
                <a:tc>
                  <a:txBody>
                    <a:bodyPr/>
                    <a:lstStyle/>
                    <a:p>
                      <a:r>
                        <a:rPr lang="en-US" dirty="0"/>
                        <a:t>• Successfully analyzed the sales dataset using Microsoft Power BI.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Created an interactive dashboard with multiple visualizations.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Identified key sales trends and customer insights.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Statistical validation supported the business analysis.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Easy to understand sales performance.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Helps identify top-performing categories and cities.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Supports better business decision-making.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• Enables quick and interactive reporting.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214268"/>
                  </a:ext>
                </a:extLst>
              </a:tr>
              <a:tr h="4255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569463"/>
                  </a:ext>
                </a:extLst>
              </a:tr>
              <a:tr h="4255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253183"/>
                  </a:ext>
                </a:extLst>
              </a:tr>
              <a:tr h="4255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120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30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D635C-CE7F-51D3-F555-305394C52FD1}"/>
              </a:ext>
            </a:extLst>
          </p:cNvPr>
          <p:cNvSpPr txBox="1"/>
          <p:nvPr/>
        </p:nvSpPr>
        <p:spPr>
          <a:xfrm>
            <a:off x="4736940" y="56190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2F047-103E-5212-4AAE-11B98D1E3D9F}"/>
              </a:ext>
            </a:extLst>
          </p:cNvPr>
          <p:cNvSpPr txBox="1"/>
          <p:nvPr/>
        </p:nvSpPr>
        <p:spPr>
          <a:xfrm>
            <a:off x="2176039" y="1898248"/>
            <a:ext cx="1024359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Thank you for your time and attention.</a:t>
            </a:r>
          </a:p>
          <a:p>
            <a:endParaRPr lang="en-IN" dirty="0"/>
          </a:p>
          <a:p>
            <a:r>
              <a:rPr lang="en-IN" sz="2400" dirty="0">
                <a:latin typeface="Aligin"/>
              </a:rPr>
              <a:t>Questions?</a:t>
            </a:r>
          </a:p>
          <a:p>
            <a:endParaRPr lang="en-IN" sz="2400" dirty="0">
              <a:latin typeface="Aligin"/>
            </a:endParaRPr>
          </a:p>
          <a:p>
            <a:r>
              <a:rPr lang="en-IN" sz="2400" dirty="0">
                <a:latin typeface="Aligin"/>
              </a:rPr>
              <a:t>Presented by</a:t>
            </a:r>
          </a:p>
          <a:p>
            <a:endParaRPr lang="en-IN" sz="2400" dirty="0">
              <a:latin typeface="Aligin"/>
            </a:endParaRPr>
          </a:p>
          <a:p>
            <a:r>
              <a:rPr lang="en-IN" sz="2400" dirty="0">
                <a:latin typeface="Aligin"/>
              </a:rPr>
              <a:t>Pujitha Dadi</a:t>
            </a:r>
          </a:p>
          <a:p>
            <a:endParaRPr lang="en-IN" sz="2400" dirty="0">
              <a:latin typeface="Aligin"/>
            </a:endParaRPr>
          </a:p>
          <a:p>
            <a:r>
              <a:rPr lang="en-IN" sz="2400" dirty="0" err="1">
                <a:latin typeface="Aligin"/>
              </a:rPr>
              <a:t>ApexPlanet</a:t>
            </a:r>
            <a:r>
              <a:rPr lang="en-IN" sz="2400" dirty="0">
                <a:latin typeface="Aligin"/>
              </a:rPr>
              <a:t> Data Analytics Internship</a:t>
            </a:r>
          </a:p>
        </p:txBody>
      </p:sp>
    </p:spTree>
    <p:extLst>
      <p:ext uri="{BB962C8B-B14F-4D97-AF65-F5344CB8AC3E}">
        <p14:creationId xmlns:p14="http://schemas.microsoft.com/office/powerpoint/2010/main" val="41959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352</Words>
  <Application>Microsoft Office PowerPoint</Application>
  <PresentationFormat>Widescreen</PresentationFormat>
  <Paragraphs>107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Aligin</vt:lpstr>
      <vt:lpstr>Aptos</vt:lpstr>
      <vt:lpstr>Aptos Display</vt:lpstr>
      <vt:lpstr>Arial</vt:lpstr>
      <vt:lpstr>Calibri</vt:lpstr>
      <vt:lpstr>Office Theme</vt:lpstr>
      <vt:lpstr>Sales Dashboard Analysis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pujitha dadi</dc:creator>
  <cp:lastModifiedBy>pujitha dadi</cp:lastModifiedBy>
  <cp:revision>3</cp:revision>
  <dcterms:created xsi:type="dcterms:W3CDTF">2026-07-02T09:20:03Z</dcterms:created>
  <dcterms:modified xsi:type="dcterms:W3CDTF">2026-07-02T10:39:48Z</dcterms:modified>
</cp:coreProperties>
</file>